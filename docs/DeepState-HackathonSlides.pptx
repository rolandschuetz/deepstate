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97280"/>
            <a:ext cx="82296" cy="2651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AI HACKATHON  ·  SOLO ENTRY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DeepState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Judgment, not generation.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AI focus coach that watches your behavior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holds you accountable to what you said mattered today.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3990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743200"/>
            <a:ext cx="347472" cy="34747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7706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342900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34564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-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product in this hackathon takes input and generates output.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one does neither.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20040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974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an AI that watches what you actually do — and holds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accountable to what you said mattered.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judgment problem. Not a generation problem.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Nobody Has Closed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Monday with clear priorities.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tabs, and 'quick research' eat the 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35224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077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5pm, what mattered most is untouched.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753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 was invisible — until it was too late.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777240"/>
            <a:ext cx="352044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12080" y="777240"/>
            <a:ext cx="73152" cy="4023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914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Invisible Gap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morning priorities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2194560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2450592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706624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962656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218688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happened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existing solution misses the mark.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0604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To-Do Lists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Passive. They remember your priorities but never ask if you followed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22402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passive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06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60604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642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Blockers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Authoritarian. They treat you like a child who cannot be trusted to focus.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611880"/>
            <a:ext cx="2240280" cy="347472"/>
          </a:xfrm>
          <a:prstGeom prst="rect">
            <a:avLst/>
          </a:prstGeom>
          <a:solidFill>
            <a:srgbClr val="FEFCE8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controlling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06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6304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6642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 Tools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Invasive. They watch everything and destroy trust in the process.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611880"/>
            <a:ext cx="22402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invasive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a better way. That is DeepState.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One coherent system.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Capture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a structured ChatGPT coaching session defines your daily contract — top 1–3 tasks, success criteria, allowed support work. Imported as structured data into the app.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877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2587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Behavioral Sensing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953512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TypeScript decision engine reads your desktop context via Screenpipe every 60 seconds. Matches current behavior against the contract. Produces a real-time alignment state — no cloud, no latency.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73152" cy="89611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39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3639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Interventions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005072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interrupts when confidence is high and cooldown allows. Shows the exact evidence that triggered it. You can correct, pause, or dismiss — which teaches the system over 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45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AI is NOT in the real-time hot path. Classification is deterministic TypeScript. Cloud AI only for planning, reflection, and ambiguity resolution.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moment of your workday, classified.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0116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691640"/>
            <a:ext cx="603504" cy="6035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context matches your declared priority. Keep going.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20116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325880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691640"/>
            <a:ext cx="603504" cy="6035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WORK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adjacent activity — research, docs, tooling. Still valid.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325880"/>
            <a:ext cx="20116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325880"/>
            <a:ext cx="201168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691640"/>
            <a:ext cx="603504" cy="603504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changed. The system is gathering more evidence before acting.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1325880"/>
            <a:ext cx="2011680" cy="32918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32588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1691640"/>
            <a:ext cx="603504" cy="6035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threshold crossed. A calm, specific nudge will appear.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believable workday arc.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55448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50876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Morning Contract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task defined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2468880"/>
            <a:ext cx="41148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371600"/>
            <a:ext cx="155448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1508760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editor open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bar → GREEN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0" y="2468880"/>
            <a:ext cx="41148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371600"/>
            <a:ext cx="155448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150876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project docs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bar → BLUE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2468880"/>
            <a:ext cx="41148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371600"/>
            <a:ext cx="155448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9048" y="1508760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Twitter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2356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→ RED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2468880"/>
            <a:ext cx="41148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1371600"/>
            <a:ext cx="1554480" cy="21945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36408" y="1508760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640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6092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fires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Evidence-backed.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749040"/>
            <a:ext cx="850392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49040"/>
            <a:ext cx="73152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moment: the intervention is specific and evidence-backed. No lecture. No block.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calm nudge — with full explainability on exactly what triggered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architecture, not by marketing.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794760" cy="3337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3794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MACHINE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4864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Screenpipe (desktop sensing)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54864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decision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4864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266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database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4864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112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macOS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864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95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exclusions + purge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508760"/>
            <a:ext cx="0" cy="329184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977640" y="2743200"/>
            <a:ext cx="68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83480" y="1463040"/>
            <a:ext cx="3794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1463040"/>
            <a:ext cx="37947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 (LIMITED SCOPE)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210312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planning coaching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258775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2542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reflection debrief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66360" y="3072384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30266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resolution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66360" y="355701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35112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screen content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404164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3995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MOST CREATIVE USE OF AI HERE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most AI products never attempted.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54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78992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Judgment, not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a verdict: is your behavior matching your intent? That is a harder, rarer use of AI than generating text.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73152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554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68112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psychology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follow Self-Determination Theory. Sparse, autonomy-supportive, non-punitive. Built on research, not intuition.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73152" cy="1463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78992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never leaves your machine. Cloud AI sees only structured prompts — never raw screen content.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6324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68112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AI, right place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56048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Hot-path classification is deterministic TypeScript — fast and explainable. Cloud AI reserved for planning and reflection only.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F2937">
              <a:alpha val="60000"/>
            </a:srgbClr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2743200" cy="2743200"/>
          </a:xfrm>
          <a:prstGeom prst="ellipse">
            <a:avLst/>
          </a:prstGeom>
          <a:solidFill>
            <a:srgbClr val="2D3748">
              <a:alpha val="6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85800"/>
            <a:ext cx="82296" cy="3657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3152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 is not another AI assistant.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an AI layer for attention.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2176272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1396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 behavioral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88336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Judgment, not generation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256032" cy="2560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1638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between intent and action — closed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DeepState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AI Hackathon  ·  Solo entry  ·  Roland Schütz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DeepState — Codex AI Hackathon</dc:title>
  <dc:subject>PptxGenJS Presentation</dc:subject>
  <dc:creator>Roland Schütz</dc:creator>
  <cp:lastModifiedBy>Roland Schütz</cp:lastModifiedBy>
  <cp:revision>1</cp:revision>
  <dcterms:created xsi:type="dcterms:W3CDTF">2026-04-18T14:53:47Z</dcterms:created>
  <dcterms:modified xsi:type="dcterms:W3CDTF">2026-04-18T14:53:47Z</dcterms:modified>
</cp:coreProperties>
</file>